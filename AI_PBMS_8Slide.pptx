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current, which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 — an 8S2P NMC pack, a JBD BMS on all</a:t>
            </a:r>
          </a:p>
          <a:p>
            <a:r>
              <a:t>eight taps, roughly fifty cycles and 155,000 rows. The chart bottom right is</a:t>
            </a:r>
          </a:p>
          <a:p>
            <a:r>
              <a:t>what a hundred hours bought us: seven cells tracking together, and cell one</a:t>
            </a:r>
          </a:p>
          <a:p>
            <a:r>
              <a:t>sitting 289 millivolts below them for the entire discharge. That one defect</a:t>
            </a:r>
          </a:p>
          <a:p>
            <a:r>
              <a:t>shaped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pack, and the Arduino watchdog that</a:t>
            </a:r>
          </a:p>
          <a:p>
            <a:r>
              <a:t>resets the Pi. If every line of our software failed, that lane still opens the</a:t>
            </a:r>
          </a:p>
          <a:p>
            <a:r>
              <a:t>contactor.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BMS senses, the Pi 5 runs</a:t>
            </a:r>
          </a:p>
          <a:p>
            <a:r>
              <a:t>the logger and the inference, and an Arduino on its own power</a:t>
            </a:r>
          </a:p>
          <a:p>
            <a:r>
              <a:t>rail watches for a heartbeat — if it stops, it pulls the Pi's RUN pin and forces</a:t>
            </a:r>
          </a:p>
          <a:p>
            <a:r>
              <a:t>a reset. Inference sits at the edge deliberately: push it to a server and every</a:t>
            </a:r>
          </a:p>
          <a:p>
            <a:r>
              <a:t>network hiccup becomes an unmonitored window. The lower diagram is the whole</a:t>
            </a:r>
          </a:p>
          <a:p>
            <a:r>
              <a:t>data path. Inference happens on the Pi; the dashboard is a Flask service</a:t>
            </a:r>
          </a:p>
          <a:p>
            <a:r>
              <a:t>deployed on Railway, and the Pi pushes results up to it. Because the Pi only ever</a:t>
            </a:r>
          </a:p>
          <a:p>
            <a:r>
              <a:t>dials out, we never open an inbound port on the pack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 runs the classifier locally and pushes results to a Flask</a:t>
            </a:r>
          </a:p>
          <a:p>
            <a:r>
              <a:t>dashboard deployed on Railway, which is what you open in a browser.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finished:</a:t>
            </a:r>
          </a:p>
          <a:p>
            <a:r>
              <a:t>imbalance recall, OOD recall, the Zynq path, a real LFP bench, and state of</a:t>
            </a:r>
          </a:p>
          <a:p>
            <a:r>
              <a:t>health.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79729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Programmable supply charges; electronic load drives discharge.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82896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WHAT THE DATA SHOWED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48656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Cell 1 runs 289 mV below its neighbours in every cycle. A pack-level voltmeter reads 30.5 V and calls this healthy.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1210" y="1554480"/>
            <a:ext cx="209575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082" y="1673352"/>
            <a:ext cx="1858010" cy="1389888"/>
          </a:xfrm>
          <a:prstGeom prst="rect">
            <a:avLst/>
          </a:prstGeom>
        </p:spPr>
      </p:pic>
      <p:pic>
        <p:nvPicPr>
          <p:cNvPr id="26" name="Picture 25" descr="fig_cell_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937" y="3310128"/>
            <a:ext cx="39903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334256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340" y="1353312"/>
            <a:ext cx="7383013" cy="391363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321808"/>
            <a:ext cx="3539642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5321808"/>
            <a:ext cx="3539642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08906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8906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Context is resolved before detection, because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5321808"/>
            <a:ext cx="3539642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68004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8004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the logger and XGBoost inference.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Arduino R4 watches the Pi's heartbeat.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Missed beat pulls RUN pin, resets the Pi.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dials out to Railway —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3199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71" y="4928616"/>
            <a:ext cx="878633" cy="7680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5293" y="4809744"/>
            <a:ext cx="1248941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65" y="4928616"/>
            <a:ext cx="1011197" cy="768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  <p:pic>
        <p:nvPicPr>
          <p:cNvPr id="18" name="Picture 17" descr="diag_hardw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4947" y="1481328"/>
            <a:ext cx="4028280" cy="2240280"/>
          </a:xfrm>
          <a:prstGeom prst="rect">
            <a:avLst/>
          </a:prstGeom>
        </p:spPr>
      </p:pic>
      <p:pic>
        <p:nvPicPr>
          <p:cNvPr id="19" name="Picture 18" descr="diag_system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dashboard on Railway,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919472"/>
            <a:ext cx="54864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90118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66360"/>
            <a:ext cx="54864" cy="201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14807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413248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394960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660136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641848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07023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888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3" name="Picture 22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4" name="Picture 23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