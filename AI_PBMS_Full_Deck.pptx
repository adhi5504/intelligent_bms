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NMC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seven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pack. If every line of our</a:t>
            </a:r>
          </a:p>
          <a:p>
            <a:r>
              <a:t>software failed, that lane still opens the</a:t>
            </a:r>
          </a:p>
          <a:p>
            <a:r>
              <a:t>contactor.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tiers at the edge, and I want to be precise about what exists. The JBD BMS</a:t>
            </a:r>
          </a:p>
          <a:p>
            <a:r>
              <a:t>senses: eight taps, four thermistors, pack voltage and current. The Pi 5 runs</a:t>
            </a:r>
          </a:p>
          <a:p>
            <a:r>
              <a:t>the logger and the inference. Inference sits at the edge deliberately — push it</a:t>
            </a:r>
          </a:p>
          <a:p>
            <a:r>
              <a:t>to a server and every network hiccup becomes an unmonitored window.</a:t>
            </a:r>
          </a:p>
          <a:p>
            <a:r>
              <a:t>A third tier — an independent hardware watchdog on its own power rail — is</a:t>
            </a:r>
          </a:p>
          <a:p>
            <a:r>
              <a:t>specified and on the roadmap, but we have not built it, so it is not in this</a:t>
            </a:r>
          </a:p>
          <a:p>
            <a:r>
              <a:t>architecture. Zynq-7000 is our 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Railway hosts the Flask</a:t>
            </a:r>
          </a:p>
          <a:p>
            <a:r>
              <a:t>dashboard — REST and server-sent events — with PostgreSQL holding telemetry,</a:t>
            </a:r>
          </a:p>
          <a:p>
            <a:r>
              <a:t>cycle history and the active chemistry profile. On the right, three browser surfaces.</a:t>
            </a:r>
          </a:p>
          <a:p>
            <a:r>
              <a:t>The Pi pushes results up to Railway, which means we never open an</a:t>
            </a:r>
          </a:p>
          <a:p>
            <a:r>
              <a:t>inbound port on the pack — a reviewer can open the dashboard from anywhere and</a:t>
            </a:r>
          </a:p>
          <a:p>
            <a:r>
              <a:t>the attack surface on the hardware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a Flask service on Railway, fed by the Pi.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NMC cells, 8S2P.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49424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49424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49424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49424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49424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906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70048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70048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70048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70048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70048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1129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90672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90672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90672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90672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90672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93192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511296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511296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511296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511296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511296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3525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93192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93192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93192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93192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93192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443983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980176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28.7%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340" y="1353312"/>
            <a:ext cx="7383013" cy="391363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321808"/>
            <a:ext cx="3539642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5321808"/>
            <a:ext cx="3539642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08906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8906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Context is resolved before detection, because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5321808"/>
            <a:ext cx="3539642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68004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8004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tiers at the edge, 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the logger and XGBoost inference.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Pi dials out to Railway — no inbound port on the pack.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9039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38770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151376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617682"/>
            <a:ext cx="4931359" cy="244305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36555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4422" y="4471416"/>
            <a:ext cx="1349330" cy="1179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33207" y="5797296"/>
            <a:ext cx="2651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Railway hosts the Flask dashboard — REST and server-sent events — with PostgreSQL for telemetry, cycle history and the active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served from Railway; the Pi only ever dials out, so no inbound port is opened on the pack.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dashboard deployed on Railway.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logger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NMC tier reference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